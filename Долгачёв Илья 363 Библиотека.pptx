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82C6892-910E-4B67-A666-A9366D5D86CF}">
          <p14:sldIdLst>
            <p14:sldId id="256"/>
            <p14:sldId id="257"/>
            <p14:sldId id="258"/>
            <p14:sldId id="259"/>
            <p14:sldId id="260"/>
            <p14:sldId id="261"/>
            <p14:sldId id="265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064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402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7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1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434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56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166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3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75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79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FBA650C-E369-4472-9D65-9CF838D14D2A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0350DD3-FDBB-4A2E-8BDD-AB916B58E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0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994DA-BDA3-49E4-8120-3BA8B8BC9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</a:t>
            </a:r>
            <a:br>
              <a:rPr lang="ru-RU" dirty="0"/>
            </a:br>
            <a:r>
              <a:rPr lang="ru-RU" dirty="0"/>
              <a:t> системы учета книг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65ED36-0658-43F2-8FA2-D67924680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0994" y="6115083"/>
            <a:ext cx="6801612" cy="1239894"/>
          </a:xfrm>
        </p:spPr>
        <p:txBody>
          <a:bodyPr/>
          <a:lstStyle/>
          <a:p>
            <a:r>
              <a:rPr lang="ru-RU" dirty="0"/>
              <a:t>Презентацию делал:</a:t>
            </a:r>
            <a:br>
              <a:rPr lang="ru-RU" dirty="0"/>
            </a:br>
            <a:r>
              <a:rPr lang="ru-RU" dirty="0" err="1"/>
              <a:t>Долгачёв</a:t>
            </a:r>
            <a:r>
              <a:rPr lang="ru-RU" dirty="0"/>
              <a:t> Илья Группа 363</a:t>
            </a:r>
          </a:p>
        </p:txBody>
      </p:sp>
    </p:spTree>
    <p:extLst>
      <p:ext uri="{BB962C8B-B14F-4D97-AF65-F5344CB8AC3E}">
        <p14:creationId xmlns:p14="http://schemas.microsoft.com/office/powerpoint/2010/main" val="66035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DF3DE-82C6-40CF-8056-EC992DA7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6E0862-94C0-443E-9349-120B4DB65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• Разработать </a:t>
            </a:r>
            <a:r>
              <a:rPr lang="ru-RU" sz="3200" dirty="0" err="1"/>
              <a:t>RESTful</a:t>
            </a:r>
            <a:r>
              <a:rPr lang="ru-RU" sz="3200" dirty="0"/>
              <a:t> API для городской библиотеки</a:t>
            </a:r>
          </a:p>
          <a:p>
            <a:pPr marL="0" indent="0">
              <a:buNone/>
            </a:pPr>
            <a:r>
              <a:rPr lang="ru-RU" sz="3200" dirty="0"/>
              <a:t>• Заменить Excel + бумажные карточки</a:t>
            </a:r>
          </a:p>
          <a:p>
            <a:pPr marL="0" indent="0">
              <a:buNone/>
            </a:pPr>
            <a:r>
              <a:rPr lang="ru-RU" sz="3200" dirty="0"/>
              <a:t>• Поддержка читателей и библиотекарей</a:t>
            </a:r>
          </a:p>
          <a:p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86F8E5-D108-4692-BB29-1AC138626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421" y="4457153"/>
            <a:ext cx="2540579" cy="24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4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0A87E-CF72-4F02-B52D-AA4444EC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Сущности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0A7A27-4926-40AE-8B8C-C591B059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</a:pPr>
            <a:r>
              <a:rPr lang="ru-RU" sz="3600" dirty="0"/>
              <a:t>1. Book (Книга)</a:t>
            </a:r>
          </a:p>
          <a:p>
            <a:pPr>
              <a:buClrTx/>
            </a:pPr>
            <a:r>
              <a:rPr lang="ru-RU" sz="3600" dirty="0"/>
              <a:t>2. User (Читатель)</a:t>
            </a:r>
          </a:p>
          <a:p>
            <a:pPr>
              <a:buClrTx/>
            </a:pPr>
            <a:r>
              <a:rPr lang="ru-RU" sz="3600" dirty="0"/>
              <a:t>3. </a:t>
            </a:r>
            <a:r>
              <a:rPr lang="ru-RU" sz="3600" dirty="0" err="1"/>
              <a:t>Issue</a:t>
            </a:r>
            <a:r>
              <a:rPr lang="ru-RU" sz="3600" dirty="0"/>
              <a:t> (Выдача)</a:t>
            </a:r>
          </a:p>
          <a:p>
            <a:endParaRPr lang="ru-RU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5AA847-EDD6-4B28-9C6E-515C03076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131" y="4064923"/>
            <a:ext cx="3286539" cy="255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2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4CA69-31E1-4A7C-8A2C-EB95E6E9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</a:t>
            </a:r>
            <a:r>
              <a:rPr lang="en-US" dirty="0">
                <a:latin typeface="Corbel" panose="020B0503020204020204" pitchFamily="34" charset="0"/>
              </a:rPr>
              <a:t>API</a:t>
            </a:r>
            <a:r>
              <a:rPr lang="en-US" dirty="0"/>
              <a:t> </a:t>
            </a:r>
            <a:r>
              <a:rPr lang="ru-RU" dirty="0"/>
              <a:t>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41979-4BB6-4435-AF90-8C512F895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507" y="2306739"/>
            <a:ext cx="10702986" cy="4219956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ru-RU" sz="4500" dirty="0"/>
              <a:t>    </a:t>
            </a:r>
            <a:r>
              <a:rPr lang="en-US" sz="4500" dirty="0" err="1"/>
              <a:t>Книги</a:t>
            </a:r>
            <a:r>
              <a:rPr lang="en-US" sz="4500" dirty="0"/>
              <a:t>:</a:t>
            </a:r>
          </a:p>
          <a:p>
            <a:pPr marL="0" indent="0" algn="ctr">
              <a:buNone/>
            </a:pPr>
            <a:r>
              <a:rPr lang="en-US" sz="4500" dirty="0"/>
              <a:t>• POST /books</a:t>
            </a:r>
          </a:p>
          <a:p>
            <a:pPr marL="0" indent="0" algn="ctr">
              <a:buNone/>
            </a:pPr>
            <a:r>
              <a:rPr lang="en-US" sz="4500" dirty="0"/>
              <a:t>• GET /books</a:t>
            </a:r>
          </a:p>
          <a:p>
            <a:pPr marL="0" indent="0" algn="ctr">
              <a:buNone/>
            </a:pPr>
            <a:r>
              <a:rPr lang="en-US" sz="4500" dirty="0"/>
              <a:t>• GET /books/{id}</a:t>
            </a:r>
          </a:p>
          <a:p>
            <a:pPr marL="0" indent="0" algn="ctr">
              <a:buNone/>
            </a:pPr>
            <a:r>
              <a:rPr lang="en-US" sz="4500" dirty="0"/>
              <a:t>• PUT /books/{id}</a:t>
            </a:r>
          </a:p>
          <a:p>
            <a:pPr marL="0" indent="0" algn="ctr">
              <a:buNone/>
            </a:pPr>
            <a:endParaRPr lang="ru-RU" sz="4500" dirty="0"/>
          </a:p>
          <a:p>
            <a:pPr marL="0" indent="0" algn="ctr">
              <a:buNone/>
            </a:pPr>
            <a:r>
              <a:rPr lang="ru-RU" sz="4500" dirty="0"/>
              <a:t>     </a:t>
            </a:r>
            <a:r>
              <a:rPr lang="en-US" sz="4500" dirty="0" err="1"/>
              <a:t>Читатели</a:t>
            </a:r>
            <a:r>
              <a:rPr lang="en-US" sz="4500" dirty="0"/>
              <a:t> и </a:t>
            </a:r>
            <a:r>
              <a:rPr lang="en-US" sz="4500" dirty="0" err="1"/>
              <a:t>Выдачи</a:t>
            </a:r>
            <a:r>
              <a:rPr lang="en-US" sz="4500" dirty="0"/>
              <a:t>:</a:t>
            </a:r>
          </a:p>
          <a:p>
            <a:pPr marL="0" indent="0" algn="ctr">
              <a:buNone/>
            </a:pPr>
            <a:r>
              <a:rPr lang="en-US" sz="4500" dirty="0"/>
              <a:t>• POST /users</a:t>
            </a:r>
          </a:p>
          <a:p>
            <a:pPr marL="0" indent="0" algn="ctr">
              <a:buNone/>
            </a:pPr>
            <a:r>
              <a:rPr lang="en-US" sz="4500" dirty="0"/>
              <a:t>• POST /issues</a:t>
            </a:r>
          </a:p>
          <a:p>
            <a:pPr marL="0" indent="0" algn="ctr">
              <a:buNone/>
            </a:pPr>
            <a:r>
              <a:rPr lang="en-US" sz="4500" dirty="0"/>
              <a:t>• POST /returns</a:t>
            </a:r>
          </a:p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8EAC5B-0838-4F02-B79D-9FAC06BE2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818" y="3840214"/>
            <a:ext cx="4797287" cy="26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1E2C6-DDDA-4199-8A95-D5DB5875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3C023-1119-4409-8D69-58704073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7906777" cy="3868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• Go 1.21+</a:t>
            </a:r>
          </a:p>
          <a:p>
            <a:pPr marL="0" indent="0">
              <a:buNone/>
            </a:pPr>
            <a:r>
              <a:rPr lang="en-US" sz="2800" dirty="0"/>
              <a:t>• SQLite (</a:t>
            </a:r>
            <a:r>
              <a:rPr lang="ru-RU" sz="2800" dirty="0"/>
              <a:t>с миграциями)</a:t>
            </a:r>
          </a:p>
          <a:p>
            <a:pPr marL="0" indent="0">
              <a:buNone/>
            </a:pPr>
            <a:r>
              <a:rPr lang="ru-RU" sz="2800" dirty="0"/>
              <a:t>• </a:t>
            </a:r>
            <a:r>
              <a:rPr lang="en-US" sz="2800" dirty="0"/>
              <a:t>net/http + middleware</a:t>
            </a:r>
          </a:p>
          <a:p>
            <a:pPr marL="0" indent="0">
              <a:buNone/>
            </a:pPr>
            <a:r>
              <a:rPr lang="en-US" sz="2800" dirty="0"/>
              <a:t>• JWT </a:t>
            </a:r>
            <a:r>
              <a:rPr lang="ru-RU" sz="2800" dirty="0"/>
              <a:t>авторизация (</a:t>
            </a:r>
            <a:r>
              <a:rPr lang="en-US" sz="2800" dirty="0" err="1"/>
              <a:t>golang-jwt</a:t>
            </a:r>
            <a:r>
              <a:rPr lang="en-US" sz="2800" dirty="0"/>
              <a:t>/</a:t>
            </a:r>
            <a:r>
              <a:rPr lang="en-US" sz="2800" dirty="0" err="1"/>
              <a:t>jwt</a:t>
            </a:r>
            <a:r>
              <a:rPr lang="en-US" sz="2800" dirty="0"/>
              <a:t>)</a:t>
            </a:r>
          </a:p>
          <a:p>
            <a:pPr marL="0" indent="0">
              <a:buNone/>
            </a:pPr>
            <a:r>
              <a:rPr lang="en-US" sz="2800" dirty="0"/>
              <a:t>• slog (</a:t>
            </a:r>
            <a:r>
              <a:rPr lang="ru-RU" sz="2800" dirty="0"/>
              <a:t>структурированное логирование)</a:t>
            </a:r>
          </a:p>
          <a:p>
            <a:pPr marL="0" indent="0">
              <a:buNone/>
            </a:pPr>
            <a:r>
              <a:rPr lang="ru-RU" sz="2800" dirty="0"/>
              <a:t>• </a:t>
            </a:r>
            <a:r>
              <a:rPr lang="en-US" sz="2800" dirty="0" err="1"/>
              <a:t>godotenv</a:t>
            </a:r>
            <a:endParaRPr lang="en-US" sz="28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96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A19D3-34D4-43D5-A4B2-4BC165ED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8DD7B-16C7-4B41-9238-5BCA966C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4105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800" dirty="0" err="1"/>
              <a:t>cmd</a:t>
            </a:r>
            <a:r>
              <a:rPr lang="en-US" sz="2800" dirty="0"/>
              <a:t>/server/</a:t>
            </a:r>
            <a:r>
              <a:rPr lang="en-US" sz="2800" dirty="0" err="1"/>
              <a:t>main.go</a:t>
            </a:r>
            <a:endParaRPr lang="en-US" sz="2800" dirty="0"/>
          </a:p>
          <a:p>
            <a:pPr>
              <a:buClr>
                <a:schemeClr val="tx1"/>
              </a:buClr>
            </a:pPr>
            <a:r>
              <a:rPr lang="en-US" sz="2800" dirty="0"/>
              <a:t>internal/config/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internal/handlers/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internal/middleware/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internal/models/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internal/repository/</a:t>
            </a:r>
          </a:p>
          <a:p>
            <a:pPr>
              <a:buClr>
                <a:schemeClr val="tx1"/>
              </a:buClr>
            </a:pPr>
            <a:r>
              <a:rPr lang="en-US" sz="2800" dirty="0"/>
              <a:t>migrations/</a:t>
            </a:r>
          </a:p>
          <a:p>
            <a:pPr>
              <a:buClr>
                <a:schemeClr val="tx1"/>
              </a:buClr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B6B4AD-450C-41B9-BE6B-6EB3B6C9B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418" y="252785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5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B71BE-8E89-4863-A730-08B4CB0A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4160"/>
            <a:ext cx="7729728" cy="903865"/>
          </a:xfrm>
        </p:spPr>
        <p:txBody>
          <a:bodyPr/>
          <a:lstStyle/>
          <a:p>
            <a:r>
              <a:rPr lang="ru-RU" dirty="0"/>
              <a:t>Чуток кода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F36DB4-9ABF-4DFF-B8CD-014891C99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1" y="1340579"/>
            <a:ext cx="3145010" cy="52732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D7B5CC-9ACC-4BA3-9B65-AFCA1EDA6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37" y="2505715"/>
            <a:ext cx="3946215" cy="29429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46B198-AADE-43E8-A406-D3C44EBBB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249" y="1340579"/>
            <a:ext cx="3795155" cy="527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67290-3E53-4E33-AEAC-F281EDE5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F28EA-6BF2-4E66-A5E7-DB0F816A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13212" y="2791325"/>
            <a:ext cx="7729728" cy="3101983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dirty="0"/>
              <a:t>Сервер: http://localhost:8080</a:t>
            </a:r>
          </a:p>
          <a:p>
            <a:pPr marL="0" indent="0" algn="ctr">
              <a:buNone/>
            </a:pPr>
            <a:r>
              <a:rPr lang="ru-RU" sz="2800" dirty="0"/>
              <a:t>Примеры </a:t>
            </a:r>
            <a:r>
              <a:rPr lang="ru-RU" sz="2800" dirty="0" err="1"/>
              <a:t>curl</a:t>
            </a:r>
            <a:r>
              <a:rPr lang="ru-RU" sz="2800" dirty="0"/>
              <a:t> в README.md</a:t>
            </a:r>
          </a:p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988408-005C-4AA8-B7F8-72187D8C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10" y="2645974"/>
            <a:ext cx="7449590" cy="6668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439B84-54B2-46AB-B1BB-4FDD8C2C0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42" y="3805380"/>
            <a:ext cx="626832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21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82139-E7F3-4C78-B588-196083F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AF09AC-C22F-4A59-867A-7E678F86C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853768" cy="408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effectLst/>
              </a:rPr>
              <a:t>В ходе производственной практики успешно разработан рабочий бэкенд для городской библиотеки, соответствующий всем требованиям технического задания. В проекте созданы все необходимые сущности, реализованы регистрация читателей, а также функционал выдачи и возврата книг с автоматическим изменением статуса и контролем наличия. В результате практики мне удалось получить ценный опыт самостоятельной разработки приложения.</a:t>
            </a:r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endParaRPr lang="ru-RU" dirty="0"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790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26DF0-8A92-499E-991F-6AEBCA13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ru-RU" dirty="0"/>
              <a:t>ПРЕЗЕНТАЦИЯ ОКОНЧЕНА </a:t>
            </a:r>
            <a:br>
              <a:rPr lang="ru-RU" dirty="0"/>
            </a:br>
            <a:r>
              <a:rPr lang="ru-RU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2665393031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23</TotalTime>
  <Words>243</Words>
  <Application>Microsoft Office PowerPoint</Application>
  <PresentationFormat>Широкоэкранный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Corbel</vt:lpstr>
      <vt:lpstr>Gill Sans MT</vt:lpstr>
      <vt:lpstr>Посылка</vt:lpstr>
      <vt:lpstr>Разработка  системы учета книг</vt:lpstr>
      <vt:lpstr>Цель проекта</vt:lpstr>
      <vt:lpstr>Сущности</vt:lpstr>
      <vt:lpstr>Основные API методы</vt:lpstr>
      <vt:lpstr>Технологический стек</vt:lpstr>
      <vt:lpstr>Структура проекта</vt:lpstr>
      <vt:lpstr>Чуток кода</vt:lpstr>
      <vt:lpstr>Демонстрация</vt:lpstr>
      <vt:lpstr>Итоги</vt:lpstr>
      <vt:lpstr>ПРЕЗЕНТАЦИЯ ОКОНЧЕНА  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 системы учета книг</dc:title>
  <dc:creator>Илья</dc:creator>
  <cp:lastModifiedBy>Илья</cp:lastModifiedBy>
  <cp:revision>9</cp:revision>
  <dcterms:created xsi:type="dcterms:W3CDTF">2026-06-05T23:21:58Z</dcterms:created>
  <dcterms:modified xsi:type="dcterms:W3CDTF">2026-06-05T23:45:14Z</dcterms:modified>
</cp:coreProperties>
</file>